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1C13-38BD-F177-1B2B-C8E58B8E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798139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Smart sanitary pad bin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D22DE-681F-5942-F89A-9B2F2C666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800" dirty="0" err="1"/>
              <a:t>Mahilnila</a:t>
            </a:r>
            <a:r>
              <a:rPr lang="en-IN" sz="2800" dirty="0"/>
              <a:t> P &amp; Mahalakshmi R</a:t>
            </a:r>
          </a:p>
          <a:p>
            <a:pPr marL="0" indent="0">
              <a:buNone/>
            </a:pPr>
            <a:r>
              <a:rPr lang="en-IN" sz="2800" dirty="0"/>
              <a:t>KG college of arts and science.</a:t>
            </a:r>
          </a:p>
          <a:p>
            <a:pPr marL="0" indent="0">
              <a:buNone/>
            </a:pPr>
            <a:r>
              <a:rPr lang="en-IN" sz="2800" dirty="0"/>
              <a:t>II B.Sc.IT</a:t>
            </a:r>
          </a:p>
          <a:p>
            <a:pPr marL="0" indent="0">
              <a:buNone/>
            </a:pPr>
            <a:r>
              <a:rPr lang="en-IN" sz="2800" dirty="0"/>
              <a:t>Project description: </a:t>
            </a:r>
            <a:r>
              <a:rPr lang="en-US" sz="2800" dirty="0"/>
              <a:t>A Smart Sanitary Pad Bin is an automated disposal                          system designed to ensure hygienic and odor-free management. </a:t>
            </a:r>
            <a:endParaRPr lang="en-IN" sz="2800" dirty="0"/>
          </a:p>
          <a:p>
            <a:pPr marL="0" indent="0">
              <a:buNone/>
            </a:pPr>
            <a:r>
              <a:rPr lang="en-IN" dirty="0"/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35103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7108-DF36-D59F-CD9E-C161BEA5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We Are Implementing This Idea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DF16-325F-0F40-5490-B697262BE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are implementing the Smart Sanitary Pad Disposal Alert System to solve an important hygiene and waste management problem.</a:t>
            </a:r>
          </a:p>
          <a:p>
            <a:r>
              <a:rPr lang="en-US" b="1" dirty="0"/>
              <a:t>In many public places like: </a:t>
            </a:r>
            <a:r>
              <a:rPr lang="en-US" dirty="0"/>
              <a:t>Schools, Colleges, Offices, Hospitals…Sanitary pad disposal bins are not monitored regularly. </a:t>
            </a:r>
          </a:p>
          <a:p>
            <a:r>
              <a:rPr lang="en-US" b="1" dirty="0"/>
              <a:t>When the bin becomes full: </a:t>
            </a:r>
            <a:r>
              <a:rPr lang="en-US" dirty="0"/>
              <a:t>It causes bad smell. It creates unhygienic conditions. It spreads bacteria and infections. It causes embarrassment and discomfort for women.</a:t>
            </a:r>
          </a:p>
          <a:p>
            <a:r>
              <a:rPr lang="en-US" dirty="0"/>
              <a:t>So we thought of a smart solution.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42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1B20-DF42-91F5-852B-F658C1D22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174" y="934065"/>
            <a:ext cx="9655278" cy="786580"/>
          </a:xfrm>
        </p:spPr>
        <p:txBody>
          <a:bodyPr/>
          <a:lstStyle/>
          <a:p>
            <a:pPr algn="ctr"/>
            <a:r>
              <a:rPr lang="en-IN" dirty="0"/>
              <a:t>HOW IT 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F7C8D0-CBDB-28F9-0A52-B5411C6A5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9253" y="2133599"/>
            <a:ext cx="5660948" cy="3195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EBE068-889D-D96F-E8D1-4333A04AAED4}"/>
              </a:ext>
            </a:extLst>
          </p:cNvPr>
          <p:cNvSpPr txBox="1"/>
          <p:nvPr/>
        </p:nvSpPr>
        <p:spPr>
          <a:xfrm>
            <a:off x="1455174" y="2133599"/>
            <a:ext cx="76962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 Waste Goes Inside the Bin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Sensor Measures the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Arduino Checks the Distance</a:t>
            </a:r>
          </a:p>
          <a:p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u="sng" dirty="0"/>
              <a:t>Alert is Given:</a:t>
            </a:r>
          </a:p>
          <a:p>
            <a:r>
              <a:rPr lang="en-IN" sz="2000" dirty="0"/>
              <a:t>      </a:t>
            </a:r>
            <a:r>
              <a:rPr lang="en-US" sz="2000" dirty="0"/>
              <a:t>Depending on the level: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000" dirty="0"/>
              <a:t> LED glows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000" dirty="0"/>
              <a:t> Buzzer sounds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000" dirty="0"/>
              <a:t> Message is displayed</a:t>
            </a:r>
            <a:endParaRPr lang="en-IN" sz="2000" dirty="0"/>
          </a:p>
          <a:p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2415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1FA83-F175-8D6E-EEEF-ABFED8399343}"/>
              </a:ext>
            </a:extLst>
          </p:cNvPr>
          <p:cNvSpPr txBox="1"/>
          <p:nvPr/>
        </p:nvSpPr>
        <p:spPr>
          <a:xfrm>
            <a:off x="7600335" y="3352800"/>
            <a:ext cx="6695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99508297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{8D7A8C8D-E05E-4F49-97D1-92FE3BCB8EC3}TFc986dd65-aaf0-4d5c-bef9-9c391ee05f7b738e0fce-4a319d133af4</Template>
  <TotalTime>131</TotalTime>
  <Words>172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Gill Sans MT</vt:lpstr>
      <vt:lpstr>Wingdings</vt:lpstr>
      <vt:lpstr>Gallery</vt:lpstr>
      <vt:lpstr>Smart sanitary pad bin</vt:lpstr>
      <vt:lpstr>Why We Are Implementing This Idea</vt:lpstr>
      <vt:lpstr>HOW IT WORKS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Muhil Parameswaran</dc:creator>
  <cp:lastModifiedBy>Muhil Parameswaran</cp:lastModifiedBy>
  <cp:revision>1</cp:revision>
  <dcterms:created xsi:type="dcterms:W3CDTF">2026-02-28T07:45:45Z</dcterms:created>
  <dcterms:modified xsi:type="dcterms:W3CDTF">2026-02-28T09:57:27Z</dcterms:modified>
</cp:coreProperties>
</file>